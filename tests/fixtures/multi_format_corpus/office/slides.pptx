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Slides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Synthetic PPTX for multi-format corpus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</a:t>
            </a:r>
          </a:p>
          <a:p>
            <a:r>
              <a:t>Second bullet 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